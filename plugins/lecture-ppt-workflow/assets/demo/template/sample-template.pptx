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5143500"/>
          </a:xfrm>
          <a:prstGeom prst="rect">
            <a:avLst/>
          </a:prstGeom>
          <a:solidFill>
            <a:srgbClr val="2A6F6B"/>
          </a:solidFill>
          <a:ln/>
        </p:spPr>
      </p:sp>
      <p:sp>
        <p:nvSpPr>
          <p:cNvPr id="3" name="Shape 1"/>
          <p:cNvSpPr/>
          <p:nvPr/>
        </p:nvSpPr>
        <p:spPr>
          <a:xfrm>
            <a:off x="3017520" y="0"/>
            <a:ext cx="109728" cy="5143500"/>
          </a:xfrm>
          <a:prstGeom prst="rect">
            <a:avLst/>
          </a:prstGeom>
          <a:solidFill>
            <a:srgbClr val="C8873A"/>
          </a:solidFill>
          <a:ln/>
        </p:spPr>
      </p:sp>
      <p:sp>
        <p:nvSpPr>
          <p:cNvPr id="4" name="Shape 2"/>
          <p:cNvSpPr/>
          <p:nvPr/>
        </p:nvSpPr>
        <p:spPr>
          <a:xfrm>
            <a:off x="3566160" y="1783080"/>
            <a:ext cx="51206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11480"/>
            <a:ext cx="384048" cy="384048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30352" y="521208"/>
            <a:ext cx="146304" cy="164592"/>
          </a:xfrm>
          <a:prstGeom prst="rect">
            <a:avLst/>
          </a:prstGeom>
          <a:solidFill>
            <a:srgbClr val="2A6F6B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502920"/>
            <a:ext cx="822960" cy="640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630936"/>
            <a:ext cx="548640" cy="64008"/>
          </a:xfrm>
          <a:prstGeom prst="rect">
            <a:avLst/>
          </a:prstGeom>
          <a:solidFill>
            <a:srgbClr val="C8873A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5875">
            <a:solidFill>
              <a:srgbClr val="2A6F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60920" y="128016"/>
            <a:ext cx="384048" cy="384048"/>
          </a:xfrm>
          <a:prstGeom prst="ellipse">
            <a:avLst/>
          </a:prstGeom>
          <a:solidFill>
            <a:srgbClr val="2A6F6B"/>
          </a:solidFill>
          <a:ln>
            <a:solidFill>
              <a:srgbClr val="2A6F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7479792" y="237744"/>
            <a:ext cx="146304" cy="1645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818120" y="219456"/>
            <a:ext cx="822960" cy="64008"/>
          </a:xfrm>
          <a:prstGeom prst="rect">
            <a:avLst/>
          </a:prstGeom>
          <a:solidFill>
            <a:srgbClr val="2A6F6B"/>
          </a:solidFill>
          <a:ln/>
        </p:spPr>
      </p:sp>
      <p:sp>
        <p:nvSpPr>
          <p:cNvPr id="6" name="Shape 4"/>
          <p:cNvSpPr/>
          <p:nvPr/>
        </p:nvSpPr>
        <p:spPr>
          <a:xfrm>
            <a:off x="7818120" y="347472"/>
            <a:ext cx="548640" cy="64008"/>
          </a:xfrm>
          <a:prstGeom prst="rect">
            <a:avLst/>
          </a:prstGeom>
          <a:solidFill>
            <a:srgbClr val="C8873A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5029200"/>
            <a:ext cx="2194560" cy="114300"/>
          </a:xfrm>
          <a:prstGeom prst="rect">
            <a:avLst/>
          </a:prstGeom>
          <a:solidFill>
            <a:srgbClr val="C8873A"/>
          </a:solidFill>
          <a:ln/>
        </p:spPr>
      </p:sp>
      <p:sp>
        <p:nvSpPr>
          <p:cNvPr id="8" name="Shape 6"/>
          <p:cNvSpPr/>
          <p:nvPr/>
        </p:nvSpPr>
        <p:spPr>
          <a:xfrm>
            <a:off x="2194560" y="5029200"/>
            <a:ext cx="6949440" cy="114300"/>
          </a:xfrm>
          <a:prstGeom prst="rect">
            <a:avLst/>
          </a:prstGeom>
          <a:solidFill>
            <a:srgbClr val="2A6F6B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E4F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09360" y="-1005840"/>
            <a:ext cx="3840480" cy="3840480"/>
          </a:xfrm>
          <a:prstGeom prst="ellipse">
            <a:avLst/>
          </a:prstGeom>
          <a:solidFill>
            <a:srgbClr val="2A6F6B"/>
          </a:solidFill>
          <a:ln>
            <a:solidFill>
              <a:srgbClr val="2A6F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873A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411480"/>
            <a:ext cx="384048" cy="384048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30352" y="521208"/>
            <a:ext cx="146304" cy="164592"/>
          </a:xfrm>
          <a:prstGeom prst="rect">
            <a:avLst/>
          </a:prstGeom>
          <a:solidFill>
            <a:srgbClr val="2A6F6B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502920"/>
            <a:ext cx="822960" cy="640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630936"/>
            <a:ext cx="548640" cy="64008"/>
          </a:xfrm>
          <a:prstGeom prst="rect">
            <a:avLst/>
          </a:prstGeom>
          <a:solidFill>
            <a:srgbClr val="C8873A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49040" y="19202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4F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课程名称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4F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章节标题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正文示例：定义、要点与图表放在横线下方。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course template</dc:title>
  <dc:subject>PptxGenJS Presentation</dc:subject>
  <dc:creator>Lecture PPT Workflow contributors</dc:creator>
  <cp:lastModifiedBy>Lecture PPT Workflow contributors</cp:lastModifiedBy>
  <cp:revision>1</cp:revision>
  <dcterms:created xsi:type="dcterms:W3CDTF">2026-10-07T05:05:06Z</dcterms:created>
  <dcterms:modified xsi:type="dcterms:W3CDTF">2026-10-07T05:05:06Z</dcterms:modified>
</cp:coreProperties>
</file>