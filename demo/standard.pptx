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原创无标识标准页。用于演示角色、间距与配色，不含学校或教师素材。没有母版占位符绑定，不是功能完整的模板库。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/>
          <p:nvPr/>
        </p:nvSpPr>
        <p:spPr>
          <a:xfrm>
            <a:off x="419100" y="209550"/>
            <a:ext cx="830580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章节标题</a:t>
            </a:r>
            <a:endParaRPr lang="en-US" sz="2100" dirty="0"/>
          </a:p>
        </p:txBody>
      </p:sp>
      <p:sp>
        <p:nvSpPr>
          <p:cNvPr id="3" name="separator"/>
          <p:cNvSpPr/>
          <p:nvPr/>
        </p:nvSpPr>
        <p:spPr>
          <a:xfrm>
            <a:off x="419100" y="647700"/>
            <a:ext cx="8305800" cy="9525"/>
          </a:xfrm>
          <a:prstGeom prst="rect">
            <a:avLst/>
          </a:prstGeom>
          <a:solidFill>
            <a:srgbClr val="8A99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19100" y="800100"/>
            <a:ext cx="8305800" cy="400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本页主题</a:t>
            </a:r>
            <a:endParaRPr lang="en-US" sz="1800" dirty="0"/>
          </a:p>
        </p:txBody>
      </p:sp>
      <p:sp>
        <p:nvSpPr>
          <p:cNvPr id="5" name="main"/>
          <p:cNvSpPr/>
          <p:nvPr/>
        </p:nvSpPr>
        <p:spPr>
          <a:xfrm>
            <a:off x="419100" y="1638300"/>
            <a:ext cx="8305800" cy="1238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正文区域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放置定义、资料或可编辑关系图。</a:t>
            </a:r>
            <a:endParaRPr lang="en-US" sz="1725" dirty="0"/>
          </a:p>
        </p:txBody>
      </p:sp>
      <p:sp>
        <p:nvSpPr>
          <p:cNvPr id="6" name="caption"/>
          <p:cNvSpPr/>
          <p:nvPr/>
        </p:nvSpPr>
        <p:spPr>
          <a:xfrm>
            <a:off x="419100" y="3486150"/>
            <a:ext cx="8305800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图注与讨论区应与正文保持独立间距。</a:t>
            </a:r>
            <a:endParaRPr lang="en-US" sz="1725" dirty="0"/>
          </a:p>
        </p:txBody>
      </p:sp>
      <p:sp>
        <p:nvSpPr>
          <p:cNvPr id="7" name="source"/>
          <p:cNvSpPr/>
          <p:nvPr/>
        </p:nvSpPr>
        <p:spPr>
          <a:xfrm>
            <a:off x="419100" y="4552950"/>
            <a:ext cx="83058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69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必要来源放在此区域。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</dc:title>
  <dc:subject>Original teaching demonstration</dc:subject>
  <dc:creator>Lecture PPT Workflow contributors</dc:creator>
  <cp:lastModifiedBy>Lecture PPT Workflow contributors</cp:lastModifiedBy>
  <cp:revision>1</cp:revision>
  <dcterms:created xsi:type="dcterms:W3CDTF">2026-09-23T14:14:38Z</dcterms:created>
  <dcterms:modified xsi:type="dcterms:W3CDTF">2026-09-23T14:14:38Z</dcterms:modified>
</cp:coreProperties>
</file>